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6B35"/>
                </a:solidFill>
              </a:defRPr>
            </a:pPr>
            <a:r>
              <a:t>AUTO-ZAP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Fully Automated OWASP ZAP Security Scanner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</a:defRPr>
            </a:pPr>
            <a:r>
              <a:t>Zero-config vulnerability scanning for 13 runtimes and 30+ web frameworks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0096D6"/>
                </a:solidFill>
              </a:defRPr>
            </a:pPr>
            <a:r>
              <a:t>github.com/bert-euraika/auto-zap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66677"/>
                </a:solidFill>
              </a:defRPr>
            </a:pPr>
            <a:r>
              <a:t>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84D4D"/>
                </a:solidFill>
              </a:defRPr>
            </a:pPr>
            <a:r>
              <a:t>THE PROBLEM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6858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  Manual ZAP setup is tedious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916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  Configure contexts, technology, auth, scan policies - every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94560"/>
            <a:ext cx="10515600" cy="6858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  Database &amp; infrastructure gaps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  App won't start without its database, Redis, or background services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17520"/>
            <a:ext cx="10515600" cy="6858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  Framework diversity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337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  Next.js, Django, Spring Boot, Laravel, Rails... each needs different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80"/>
            <a:ext cx="10515600" cy="6858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  Monorepo complexity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6052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  Web app buried in apps/web/ with root-level .env files and compose configs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663440"/>
            <a:ext cx="10515600" cy="6858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709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  Port conflicts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98348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  Previous ZAP instance still running? Manual cleanup required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486400"/>
            <a:ext cx="10515600" cy="6858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  No standard reports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8064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  HTML for humans, JSON for CI, SARIF for GitHub - need all three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C97B"/>
                </a:solidFill>
              </a:defRPr>
            </a:pPr>
            <a:r>
              <a:t>THE SOLUTION: ONE COMMAND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463040"/>
            <a:ext cx="7315200" cy="9144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560320" y="15544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C97B"/>
                </a:solidFill>
              </a:defRPr>
            </a:pPr>
            <a:r>
              <a:t>.\auto-zap.ps1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2651760" cy="13716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Detect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Framework, port, database, ORM, package manager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926080"/>
            <a:ext cx="2651760" cy="13716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0332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Start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0332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Database containers, Redis, background services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926080"/>
            <a:ext cx="2651760" cy="13716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Install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Dependencies via npm/yarn/pnpm/bun/pip/poetry/uv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926080"/>
            <a:ext cx="2651760" cy="13716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72600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Migrate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34290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Prisma, Drizzle, Django, TypeORM, Knex, EF 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2651760" cy="13716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Launch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074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Web app + OWASP ZAP (local or Docker)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66160" y="4572000"/>
            <a:ext cx="2651760" cy="13716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0332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Scan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03320" y="5074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Spider + Ajax spider + active vulnerability scan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572000"/>
            <a:ext cx="2651760" cy="13716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Report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074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HTML + JSON + SARIF vulnerability reports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35440" y="4572000"/>
            <a:ext cx="2651760" cy="13716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46634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35"/>
                </a:solidFill>
              </a:defRPr>
            </a:pPr>
            <a:r>
              <a:t>Cleanup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5074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Stop everything (app, ZAP, Docker containers)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96D6"/>
                </a:solidFill>
              </a:defRPr>
            </a:pPr>
            <a:r>
              <a:t>13 RUNTIMES, 30+ FRAMEWORKS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~35%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544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Next.js, Nuxt, Remix, NestJS, AdonisJS,</a:t>
            </a:r>
            <a:br/>
            <a:r>
              <a:t>Express, Fastify, Hono, Vite,</a:t>
            </a:r>
            <a:br/>
            <a:r>
              <a:t>SvelteKit, Astro, Gatsby, Angular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5544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Django, FastAPI, Flask</a:t>
            </a:r>
            <a:br/>
            <a:r>
              <a:t>+ pip, Poetry, pipenv, UV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344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.NET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89920" y="123444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155448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ASP.NET Core + EF Core</a:t>
            </a:r>
            <a:br/>
            <a:r>
              <a:t>+ launchSettings.json port detection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251460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Java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2560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~10%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80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Spring Boot (Maven + Gradle)</a:t>
            </a:r>
            <a:br/>
            <a:r>
              <a:t>+ application.properties/yml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51460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PHP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2560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880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Laravel, Symfony, WordPress,</a:t>
            </a:r>
            <a:br/>
            <a:r>
              <a:t>generic PHP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251460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6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Ruby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25603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~3%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88036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Rails + ActiveRecord migrations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84048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08960" y="38862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2062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gin, echo, fiber, chi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84048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2628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Rust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8862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~0.3%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2062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Actix, Rocket, Axum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229600" y="3840480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66760" y="3886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Elixir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89920" y="388620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~0.3%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2062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Phoenix + Ecto migrations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166359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Deno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8960" y="521207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~0.3%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53211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deno.json task detection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89120" y="5166359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26280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Bun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521207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~0.2%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80" y="553211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bunfig.toml (native projects)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0" y="5166359"/>
            <a:ext cx="3566160" cy="11887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66760" y="521207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Docker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789920" y="5212079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b="1">
                <a:solidFill>
                  <a:srgbClr val="00C97B"/>
                </a:solidFill>
              </a:defRPr>
            </a:pPr>
            <a:r>
              <a:t>~2%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66760" y="5532119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CCCCC"/>
                </a:solidFill>
              </a:defRPr>
            </a:pPr>
            <a:r>
              <a:t>Dockerfile fallback (EXPOSE)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48640" y="6400800"/>
            <a:ext cx="11064240" cy="32004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C97B"/>
                </a:solidFill>
              </a:defRPr>
            </a:pPr>
            <a:r>
              <a:t>Total coverage: ~98%+  |  .auto-zap.json escape hatch covers remaining edge cases = 100%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6B35"/>
                </a:solidFill>
              </a:defRPr>
            </a:pPr>
            <a:r>
              <a:t>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474720" cy="22860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D6"/>
                </a:solidFill>
              </a:defRPr>
            </a:pPr>
            <a:r>
              <a:t>Discovery Manifest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Centralizes all detection results:</a:t>
            </a:r>
            <a:br/>
            <a:r>
              <a:t>ProjectRoot, AppDir, MonorepoRoot,</a:t>
            </a:r>
            <a:br/>
            <a:r>
              <a:t>Framework, Database, Redis,</a:t>
            </a:r>
            <a:br/>
            <a:r>
              <a:t>ComposeFile, ZapPort, ZapMode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474720" cy="22860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C97B"/>
                </a:solidFill>
              </a:defRPr>
            </a:pPr>
            <a:r>
              <a:t>Dynamic Port Allocation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TcpListener bind test for ZAP port.</a:t>
            </a:r>
            <a:br/>
            <a:r>
              <a:t>Kills stale ZAP processes.</a:t>
            </a:r>
            <a:br/>
            <a:r>
              <a:t>Falls back to OS-assigned port.</a:t>
            </a:r>
            <a:br/>
            <a:r>
              <a:t>Enables parallel scans.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188720"/>
            <a:ext cx="3474720" cy="22860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4D4D"/>
                </a:solidFill>
              </a:defRPr>
            </a:pPr>
            <a:r>
              <a:t>Three-Strategy DB Startup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80" y="164592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1. Check if already running</a:t>
            </a:r>
            <a:br/>
            <a:r>
              <a:t>2. Docker Compose (service names)</a:t>
            </a:r>
            <a:br/>
            <a:r>
              <a:t>3. Standalone container</a:t>
            </a:r>
            <a:br/>
            <a:br/>
            <a:r>
              <a:t>Supports: PostgreSQL, MySQL,</a:t>
            </a:r>
            <a:br/>
            <a:r>
              <a:t>MongoDB, MSSQL, SQLite, Redis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3474720" cy="22860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A77FF"/>
                </a:solidFill>
              </a:defRPr>
            </a:pPr>
            <a:r>
              <a:t>Monorepo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Turborepo, Nx, pnpm workspaces,</a:t>
            </a:r>
            <a:br/>
            <a:r>
              <a:t>npm/yarn workspaces.</a:t>
            </a:r>
            <a:br/>
            <a:br/>
            <a:r>
              <a:t>Smart scan: finds web app by</a:t>
            </a:r>
            <a:br/>
            <a:r>
              <a:t>framework deps in package.json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3840480"/>
            <a:ext cx="3474720" cy="22860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484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AA00"/>
                </a:solidFill>
              </a:defRPr>
            </a:pPr>
            <a:r>
              <a:t>.env Loading (4 levels)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.env.development.local</a:t>
            </a:r>
            <a:br/>
            <a:r>
              <a:t>.env.local</a:t>
            </a:r>
            <a:br/>
            <a:r>
              <a:t>.env.development</a:t>
            </a:r>
            <a:br/>
            <a:r>
              <a:t>.env</a:t>
            </a:r>
            <a:br/>
            <a:br/>
            <a:r>
              <a:t>Searches both app dir + monorepo root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840480"/>
            <a:ext cx="3474720" cy="22860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8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7BBFF"/>
                </a:solidFill>
              </a:defRPr>
            </a:pPr>
            <a:r>
              <a:t>Cleanup &amp; Trap Handler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80" y="4297680"/>
            <a:ext cx="32004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Guaranteed cleanup on exit/Ctrl+C:</a:t>
            </a:r>
            <a:br/>
            <a:r>
              <a:t>- App process tree</a:t>
            </a:r>
            <a:br/>
            <a:r>
              <a:t>- ZAP (API shutdown + kill)</a:t>
            </a:r>
            <a:br/>
            <a:r>
              <a:t>- Docker containers</a:t>
            </a:r>
            <a:br/>
            <a:r>
              <a:t>- Compose services</a:t>
            </a:r>
            <a:br/>
            <a:r>
              <a:t>- Redis containers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96D6"/>
                </a:solidFill>
              </a:defRPr>
            </a:pPr>
            <a:r>
              <a:t>SCAN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887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STEP 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Prerequisites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ZAP + Java or Docker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1887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96D6"/>
                </a:solidFill>
              </a:defRPr>
            </a:pPr>
            <a: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Detect Framework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13 runtimes, 30+ frameworks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STEP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Start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DB + Redis + Compose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1887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20" y="12344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STEP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15544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Install Dependencies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574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Auto package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STEP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Run Migrations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Auto ORM detection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0175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2900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STEP 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2900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Start Web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2900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Framework-specific command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30175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STEP 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Launch ZAP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Local Java or Docker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0175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89720" y="30632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STEP 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33832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Configure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3886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Technology + exclusions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8463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77FF"/>
                </a:solidFill>
              </a:defRPr>
            </a:pPr>
            <a:r>
              <a:t>STEP 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Import API Specs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715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OpenAPI / Swagger / GraphQL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48463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42900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A77FF"/>
                </a:solidFill>
              </a:defRPr>
            </a:pPr>
            <a:r>
              <a:t>STEP 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2900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Configure Auth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29000" y="5715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Form / JSON / Bearer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48463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4D4D"/>
                </a:solidFill>
              </a:defRPr>
            </a:pPr>
            <a:r>
              <a:t>STEP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30936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Scan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5715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Spider + Ajax + Active scan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4846320"/>
            <a:ext cx="2743200" cy="15544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89720" y="48920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C97B"/>
                </a:solidFill>
              </a:defRPr>
            </a:pPr>
            <a:r>
              <a:t>REPORT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5212080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Generate Reports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89720" y="57150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HTML + JSON + SARIF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AA7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AA77FF"/>
                </a:solidFill>
              </a:defRPr>
            </a:pPr>
            <a:r>
              <a:t>AUTHENTICATION &amp; API DISCOVERY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25603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Form-based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-AuthUser admin -AuthPassword secret</a:t>
            </a:r>
            <a:br/>
            <a:br/>
            <a:r>
              <a:t>Auto-detects login page, submits</a:t>
            </a:r>
            <a:br/>
            <a:r>
              <a:t>credentials via HTML form,</a:t>
            </a:r>
            <a:br/>
            <a:r>
              <a:t>maintains session cookies.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188720"/>
            <a:ext cx="3566160" cy="25603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JSON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6916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-AuthUser admin -AuthPassword secret</a:t>
            </a:r>
            <a:br/>
            <a:r>
              <a:t>-AuthType json</a:t>
            </a:r>
            <a:br/>
            <a:br/>
            <a:r>
              <a:t>POSTs JSON credentials to detected</a:t>
            </a:r>
            <a:br/>
            <a:r>
              <a:t>login endpoint, extracts JWT/token.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566160" cy="256032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6676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</a:defRPr>
            </a:pPr>
            <a:r>
              <a:t>Bearer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1691640"/>
            <a:ext cx="3200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</a:defRPr>
            </a:pPr>
            <a:r>
              <a:t>-AuthToken "eyJhbGciOi..."</a:t>
            </a:r>
            <a:br/>
            <a:br/>
            <a:r>
              <a:t>Adds Authorization: Bearer header</a:t>
            </a:r>
            <a:br/>
            <a:r>
              <a:t>to all ZAP requests.</a:t>
            </a:r>
            <a:br/>
            <a:r>
              <a:t>No login flow needed.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</a:defRPr>
            </a:pPr>
            <a:r>
              <a:t>API Specification Auto-Import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572000"/>
            <a:ext cx="2743200" cy="20116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</a:defRPr>
            </a:pPr>
            <a:r>
              <a:t>File Discovery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Searches project for:</a:t>
            </a:r>
            <a:br/>
            <a:r>
              <a:t>swagger.json, openapi.json,</a:t>
            </a:r>
            <a:br/>
            <a:r>
              <a:t>openapi.yaml, api-docs.json,</a:t>
            </a:r>
            <a:br/>
            <a:r>
              <a:t>swagger.yaml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4572000"/>
            <a:ext cx="2743200" cy="20116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66160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</a:defRPr>
            </a:pPr>
            <a:r>
              <a:t>Runtime Probing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5029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Probes running app at:</a:t>
            </a:r>
            <a:br/>
            <a:r>
              <a:t>/swagger.json, /api-docs,</a:t>
            </a:r>
            <a:br/>
            <a:r>
              <a:t>/openapi.json, /docs/openapi,</a:t>
            </a:r>
            <a:br/>
            <a:r>
              <a:t>/v3/api-docs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59" y="4572000"/>
            <a:ext cx="2743200" cy="20116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19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</a:defRPr>
            </a:pPr>
            <a:r>
              <a:t>GraphQL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19" y="5029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Detects graphql, @apollo/server,</a:t>
            </a:r>
            <a:br/>
            <a:r>
              <a:t>type-graphql, @graphql-yoga,</a:t>
            </a:r>
            <a:br/>
            <a:r>
              <a:t>strawberry-graphql, ariadne</a:t>
            </a:r>
            <a:br/>
            <a:r>
              <a:t>in project dependencies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89719" y="4572000"/>
            <a:ext cx="2743200" cy="201168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26879" y="466344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C97B"/>
                </a:solidFill>
              </a:defRPr>
            </a:pPr>
            <a:r>
              <a:t>ZAP Integration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79" y="5029200"/>
            <a:ext cx="2468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CCCCC"/>
                </a:solidFill>
              </a:defRPr>
            </a:pPr>
            <a:r>
              <a:t>Imports specs into ZAP context</a:t>
            </a:r>
            <a:br/>
            <a:r>
              <a:t>for targeted scanning of all</a:t>
            </a:r>
            <a:br/>
            <a:r>
              <a:t>API endpoints, parameters,</a:t>
            </a:r>
            <a:br/>
            <a:r>
              <a:t>and request schemas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0C97B"/>
                </a:solidFill>
              </a:defRPr>
            </a:pPr>
            <a:r>
              <a:t>CONFIGURATION (.auto-zap.json)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5486400" cy="54864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51206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00C97B"/>
                </a:solidFill>
              </a:defRPr>
            </a:pPr>
            <a:r>
              <a:t>{</a:t>
            </a:r>
            <a:br/>
            <a:r>
              <a:t>  "command": "npm run dev",</a:t>
            </a:r>
            <a:br/>
            <a:r>
              <a:t>  "port": 3000,</a:t>
            </a:r>
            <a:br/>
            <a:r>
              <a:t>  "install": "npm ci",</a:t>
            </a:r>
            <a:br/>
            <a:r>
              <a:t>  "webAppDir": "apps/web",</a:t>
            </a:r>
            <a:br/>
            <a:r>
              <a:t>  "healthCheckUrl": "/api/health",</a:t>
            </a:r>
            <a:br/>
            <a:r>
              <a:t>  "authUser": "admin",</a:t>
            </a:r>
            <a:br/>
            <a:r>
              <a:t>  "authPassword": "password123",</a:t>
            </a:r>
            <a:br/>
            <a:r>
              <a:t>  "authType": "json",</a:t>
            </a:r>
            <a:br/>
            <a:r>
              <a:t>  "exclude": [".*\\/admin.*"],</a:t>
            </a:r>
            <a:br/>
            <a:r>
              <a:t>  "migrations": ["npx prisma db push"],</a:t>
            </a:r>
            <a:br/>
            <a:r>
              <a:t>  "preStart": ["npm run build"],</a:t>
            </a:r>
            <a:br/>
            <a:r>
              <a:t>  "env": { "NODE_ENV": "development" },</a:t>
            </a:r>
            <a:br/>
            <a:r>
              <a:t>  "services": [{</a:t>
            </a:r>
            <a:br/>
            <a:r>
              <a:t>    "label": "API",</a:t>
            </a:r>
            <a:br/>
            <a:r>
              <a:t>    "command": "npm run api",</a:t>
            </a:r>
            <a:br/>
            <a:r>
              <a:t>    "waitFor": "http://localhost:4000/health"</a:t>
            </a:r>
            <a:br/>
            <a:r>
              <a:t>  }],</a:t>
            </a:r>
            <a:br/>
            <a:r>
              <a:t>  "compose": {</a:t>
            </a:r>
            <a:br/>
            <a:r>
              <a:t>    "file": "docker-compose.yml",</a:t>
            </a:r>
            <a:br/>
            <a:r>
              <a:t>    "services": ["db", "redis"]</a:t>
            </a:r>
            <a:br/>
            <a:r>
              <a:t>  }</a:t>
            </a:r>
            <a:br/>
            <a: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</a:defRPr>
            </a:pPr>
            <a:r>
              <a:t>All fields optional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645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command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Override start command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Override detected 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560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webAppDir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2560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Monorepo web app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healthCheckUrl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Custom health endpoint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authUser/Password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3474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Default credentials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9319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exclude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Regex URL exclusions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migrations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Pre-start DB migrations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preStart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Build/seed hooks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303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5303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Background services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760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6B35"/>
                </a:solidFill>
              </a:defRPr>
            </a:pPr>
            <a:r>
              <a:t>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Docker Compose services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6B35"/>
                </a:solidFill>
              </a:defRPr>
            </a:pPr>
            <a:r>
              <a:t>REPORTS &amp; CI/CD INTEGRATION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188720"/>
            <a:ext cx="3566160" cy="27432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</a:defRPr>
            </a:pPr>
            <a:r>
              <a:t>HTML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zap-report-&lt;timestamp&gt;.html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Human-readable vulnerability report</a:t>
            </a:r>
            <a:br/>
            <a:r>
              <a:t>with full alert details, evidence,</a:t>
            </a:r>
            <a:br/>
            <a:r>
              <a:t>and remediation guidance.</a:t>
            </a:r>
            <a:br/>
            <a:br/>
            <a:r>
              <a:t>Open in any browser.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88720"/>
            <a:ext cx="3566160" cy="27432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C97B"/>
                </a:solidFill>
              </a:defRPr>
            </a:pPr>
            <a:r>
              <a:t>JSON Report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zap-report-&lt;timestamp&gt;.json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Machine-readable format for</a:t>
            </a:r>
            <a:br/>
            <a:r>
              <a:t>CI/CD pipeline integration.</a:t>
            </a:r>
            <a:br/>
            <a:br/>
            <a:r>
              <a:t>Parse with jq, Python, or</a:t>
            </a:r>
            <a:br/>
            <a:r>
              <a:t>any JSON processor.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188720"/>
            <a:ext cx="3566160" cy="2743200"/>
          </a:xfrm>
          <a:prstGeom prst="round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2801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A77FF"/>
                </a:solidFill>
              </a:defRPr>
            </a:pPr>
            <a:r>
              <a:t>SARIF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66677"/>
                </a:solidFill>
              </a:defRPr>
            </a:pPr>
            <a:r>
              <a:t>zap-report-&lt;timestamp&gt;.sarif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14884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GitHub Advanced Security format.</a:t>
            </a:r>
            <a:br/>
            <a:r>
              <a:t>Upload to GitHub Code Scanning</a:t>
            </a:r>
            <a:br/>
            <a:r>
              <a:t>for PR annotations.</a:t>
            </a:r>
            <a:br/>
            <a:br/>
            <a:r>
              <a:t>OASIS standard (v2.1.0).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4D4D"/>
                </a:solidFill>
              </a:defRPr>
            </a:pPr>
            <a:r>
              <a:t>Exit Codes:  1 = HIGH vulnerabilities found  |  0 = No high/medium issues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754880"/>
            <a:ext cx="10972800" cy="182880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463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C97B"/>
                </a:solidFill>
              </a:defRPr>
            </a:pPr>
            <a:r>
              <a:t># GitHub Actions</a:t>
            </a:r>
            <a:br/>
            <a:r>
              <a:t>- name: Security Scan</a:t>
            </a:r>
            <a:br/>
            <a:r>
              <a:t>  run: powershell -File auto-zap.ps1 -UseDockerZap -Url http://localhost:3000</a:t>
            </a:r>
            <a:br/>
            <a:br/>
            <a:r>
              <a:t># Upload SARIF to GitHub Code Scanning</a:t>
            </a:r>
            <a:br/>
            <a:r>
              <a:t>- uses: github/codeql-action/upload-sarif@v3</a:t>
            </a:r>
            <a:br/>
            <a:r>
              <a:t>  with:</a:t>
            </a:r>
            <a:br/>
            <a:r>
              <a:t>    sarif_file: zap-report-*.sarif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37160" cy="6858000"/>
          </a:xfrm>
          <a:prstGeom prst="roundRect">
            <a:avLst/>
          </a:prstGeom>
          <a:solidFill>
            <a:srgbClr val="00C9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C97B"/>
                </a:solidFill>
              </a:defRPr>
            </a:pPr>
            <a:r>
              <a:t>GET STARTED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515600" cy="73152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</a:defRPr>
            </a:pPr>
            <a:r>
              <a:t>.\auto-zap.ps1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Scan current directory (auto-detect everything)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60320"/>
            <a:ext cx="10515600" cy="73152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</a:defRPr>
            </a:pPr>
            <a:r>
              <a:t>.\auto-zap.ps1 -Url http://localhost:8080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Scan a running application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74720"/>
            <a:ext cx="10515600" cy="73152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</a:defRPr>
            </a:pPr>
            <a:r>
              <a:t>.\auto-zap.ps1 -FullScan -KeepDocker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8404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Thorough scan, keep containers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515600" cy="73152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</a:defRPr>
            </a:pPr>
            <a:r>
              <a:t>.\auto-zap.ps1 -AuthToken "eyJ..."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7548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Authenticated scan with bearer token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03520"/>
            <a:ext cx="10515600" cy="731520"/>
          </a:xfrm>
          <a:prstGeom prst="round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34924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C97B"/>
                </a:solidFill>
              </a:defRPr>
            </a:pPr>
            <a:r>
              <a:t>.\auto-zap.ps1 -UseDockerZap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6692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</a:defRPr>
            </a:pPr>
            <a:r>
              <a:t>No local Java needed - use 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</a:defRPr>
            </a:pPr>
            <a:r>
              <a:t>github.com/bert-euraika/auto-zap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